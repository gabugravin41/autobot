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1097280" cy="73152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Autonomous AI Systems for Long-Horizon Engineering</a:t>
            </a:r>
          </a:p>
          <a:p>
            <a:pPr>
              <a:spcBef>
                <a:spcPts val="1200"/>
              </a:spcBef>
              <a:defRPr sz="1800">
                <a:solidFill>
                  <a:srgbClr val="06B6D4"/>
                </a:solidFill>
              </a:defRPr>
            </a:pPr>
            <a:r>
              <a:t>Architecture, Failure Modes, and Economic Viability in Multi-Hour Unsupervised Execution</a:t>
            </a:r>
          </a:p>
          <a:p>
            <a:pPr>
              <a:spcBef>
                <a:spcPts val="2800"/>
              </a:spcBef>
              <a:defRPr sz="1300">
                <a:solidFill>
                  <a:srgbClr val="94A3B8"/>
                </a:solidFill>
              </a:defRPr>
            </a:pPr>
            <a:r>
              <a:t>Autobot Research &amp; Development Team  |  Empirical Systems White Paper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5303520"/>
            <a:ext cx="4114800" cy="5486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6 Heterogeneous Engineering Domains  |  1000x Cost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THE PROBLEM SPACE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Paradigm Shift: From Reactive Chat to Unsupervised Autonomy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Reactive AI (Copilot / Single-Turn Chat)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Time Horizon: 30 seconds to 2 minutes per interaction.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Human-in-the-Loop Bottleneck: Requires constant human prompting, review, and verification.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Local Context Only: Operates on single functions or isolated diffs without system-level memory.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Brittle to Runtime Crashes: Throws exceptions back to user; cannot self-debug complex pipelines.</a:t>
            </a:r>
          </a:p>
          <a:p>
            <a:pPr>
              <a:spcBef>
                <a:spcPts val="1000"/>
              </a:spcBef>
              <a:defRPr sz="1200">
                <a:solidFill>
                  <a:srgbClr val="94A3B8"/>
                </a:solidFill>
              </a:defRPr>
            </a:pPr>
            <a:r>
              <a:t>• High Marginal Human Cost: Engineer spends 8+ hours actively driving the AI assistant.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Autonomous AI (Autobot Cybernetic Engine)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Time Horizon: 8 to 24+ continuous hours uninterrupted.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Unsupervised Goal Pursuit: Receives high-level objective and manages end-to-end execution.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Self-Healing Error Autopsy: Automatically catches crashes, reads stack traces, patches bugs, and redeploys.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Cross-Domain Task Switching: Concurrently operates across competitive ML, clinical EHR, and edge CV.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Radical Cost Reduction: Operates 24/7 on standard hardware at &lt;$10 per 12-hour campaign.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Autobot System Architecture: The Dual-Loop Reactive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1. Fast Inner Loop (2-Min)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Persistent Python supervisor daemon (v2) polling every 120s.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Concurrent cloud/local worker health checks (Kaggle, GPU, CPU).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Autonomous Crash Autopsy: Automatically extracts stderr on failure, isolates traceback, and flags remediation.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Pre-submission data validation (row counts, null checks, physical limits).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2. Outer Metacognitive Loop (30-Min)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Scheduled cron interrupt forcibly wakes LLM brain every 30 mins.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Prevents 'passive sleep' and silent deadlocks across daemons.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Global pipeline audit: reviews logs, assesses leaderboard deltas, and synthesizes cross-domain lessons.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Midnight UTC quota dispatch: automatically submits staged candidates upon quota reset.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3. Host Invariance &amp; Security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Windows kernel execution flags (`SetThreadExecutionState`) defeat OS sleep &amp; socket drops.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Air-gapped sandboxes: network disabled, isolated Docker containers.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Zero arbitrary importlib execution: declarative YAML compilation via adk-submission.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</a:defRPr>
            </a:pPr>
            <a:r>
              <a:t>• Strict file anti-tampering guards protecting test configs and harness hooks.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EMPIRICAL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Failure Autopsy 1: The SWE-bench 12-Hour Budget Trap</a:t>
            </a:r>
          </a:p>
        </p:txBody>
      </p:sp>
      <p:pic>
        <p:nvPicPr>
          <p:cNvPr id="5" name="Picture 4" descr="fig2_swe_runtime_m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The Mathematical Proof of Failure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 Bug: Allocating max_time_minutes: 8.0 in eval_config.yaml.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 Reality: SOTA SWE-bench agents fail on ~85% of tasks, burning their entire 8.0-minute budget on failed attempts.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 Arithmetic: 120 tasks x 8.0 min = 960 min (16.0 hours) + 2h container setup = 18.0+ hours.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Kaggle Cutoff: Strict 12-hour limit terminated Exp 6 &amp; Exp 7 with 'exceeded allowed runtime'.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• The Fix (Exp 8): Capped budget to 3.5 min/task + 2048 thinking tokens -&gt; guarantees total runtime &lt;= 8.5 hours.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EMPIRICAL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Failure Autopsy 2: Boundary Drift in Autoregressive Rollouts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Earth System Climate Emulation (IEEE BigData Cup) - 185,130 Prediction Rollouts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THE COMPLEX TASK: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Forecasting 4 physical forest state variables (height, agb, soil, lai) across 6,171 sites over 40 years under SSP126 &amp; SSP585 climate scenarios using 8-hop autoregressive models.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THE SILENT CATASTROPHE AT HOUR 2.1: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All 4 delta models trained flawlessly across 3 folds (val RMSE &lt; 0.09). At the 185,130th rollout row, log-space delta subtraction caused tree height at an arid site to drift to exactly 0.000m. The final assertion check: assert (submission['height'] &gt; 0).all() crashed execution.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THE AUTOPSY &amp; AUTOMATED RECOVERY: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Supervisor v2 parsed the traceback within minutes. Exp 7 was deployed enforcing strict positive biophysical clamping: np.clip(reconstructed, 0.05, max_bound) and prediction bounds [0.05, 45.0]. Exp 7 executed cleanly to completion.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CORE LESSON:</a:t>
            </a:r>
          </a:p>
          <a:p>
            <a:pPr>
              <a:spcBef>
                <a:spcPts val="200"/>
              </a:spcBef>
              <a:defRPr sz="1150">
                <a:solidFill>
                  <a:srgbClr val="F8FAFC"/>
                </a:solidFill>
              </a:defRPr>
            </a:pPr>
            <a:r>
              <a:t>Statistical algorithms left unconstrained will inevitably violate physical boundary conditions over long autoregressive horizons. Rigid domain clamping must be injected at every rollout hop.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COMPETITIVE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Autonomous Multi-Task Optimization: Milestones Across 5 Domains</a:t>
            </a:r>
          </a:p>
        </p:txBody>
      </p:sp>
      <p:pic>
        <p:nvPicPr>
          <p:cNvPr id="5" name="Picture 4" descr="fig3_multitask_benchm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291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Verified Leaderboard Milestones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Biohub Cell Tracking: 0.953 SOTA (Top 8%)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DeepCenter 3D U-Net + Harmonic ILP tracking.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Traffic Flow Bench: 0.79155 (Rank #88)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Macroscopic LWR fluid dynamics + NNLS routing.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Soil Granulometry: 59.99047 (Rank #144)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DINOv2 foundation embeddings + Power-Mass Simplex.</a:t>
            </a:r>
          </a:p>
          <a:p>
            <a:pPr>
              <a:spcBef>
                <a:spcPts val="800"/>
              </a:spcBef>
              <a:defRPr sz="1150" b="1">
                <a:solidFill>
                  <a:srgbClr val="06B6D4"/>
                </a:solidFill>
              </a:defRPr>
            </a:pPr>
            <a:r>
              <a:t>UMUD Biomechanics: 0.45976 (Rank #45)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Continuum-bound multi-objective anatomical blend.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ECONOMIC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Economic Viability: 1,000x Cost Reduction vs Traditional Solutions</a:t>
            </a:r>
          </a:p>
        </p:txBody>
      </p:sp>
      <p:pic>
        <p:nvPicPr>
          <p:cNvPr id="5" name="Picture 4" descr="fig1_co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362102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40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Operational Cost Breakdown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Host Electricity: $0.29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120W average power draw over 12 hours.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Cloud Acceleration: $0.00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Sponsored Kaggle 4x L4 &amp; CPU free-tiers.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Reasoning Tokens: $4.71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Strategic routing (Gemini Flash, DeepSeek-V3, Gemma 4 INT4).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Total 12h Cost: $5.00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Operates continuously for under $10 per day.</a:t>
            </a:r>
          </a:p>
          <a:p>
            <a:pPr>
              <a:spcBef>
                <a:spcPts val="800"/>
              </a:spcBef>
              <a:defRPr sz="1150" b="1">
                <a:solidFill>
                  <a:srgbClr val="F8FAFC"/>
                </a:solidFill>
              </a:defRPr>
            </a:pPr>
            <a:r>
              <a:t>Human Team Parity: $4,320.00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3 senior engineers @ $120/hr x 12h = 864x more expensive.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COMMERCIAL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Enterprise Translation: Production Healthcare &amp; Edge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Project SEQUOY: Clinical EHR Interoperability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Goal: Eliminate WHO maternal delay 1 (early recognition) and delay 2 (facility capability match).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HL7 FHIR R4 Compliant: Dynamically generates Encounter, Condition, and Patient transaction bundles.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KenyaEMR / OpenMRS Connector: Standardized CIEL concept integration (CIEL 113054 Pre-eclampsia, CIEL 230 PPH).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Target Readiness: 10 verified hospital procurement dossiers prepared for Kenyan health leadership.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B82F6"/>
                </a:solidFill>
              </a:defRPr>
            </a:pPr>
            <a:r>
              <a:t>Kenya Camera AI: Real-Time Edge Vision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Hardware-Optimized Edge Pipeline: YOLOX-Nano ONNX model benchmarked at 50.9 ms average CPU latency.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High Multi-Stream Density: Supports 9–12 concurrent camera feeds on a single $150 Intel N100 mini PC.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Commercial Grade: Verified test suite (7 passed in 1.55s) with automated perimeter breach alerts.</a:t>
            </a:r>
          </a:p>
          <a:p>
            <a:pPr>
              <a:spcBef>
                <a:spcPts val="1000"/>
              </a:spcBef>
              <a:defRPr sz="1150">
                <a:solidFill>
                  <a:srgbClr val="F8FAFC"/>
                </a:solidFill>
              </a:defRPr>
            </a:pPr>
            <a:r>
              <a:t>• Target Deployment: Logistics parks, private security control rooms, and commercial properties.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CORE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Laws of Long-Horizon Autonomy: Lessons from the Wild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Empirical Directives for Next-Generation Autonomous Systems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Law 1: The 'Paranoid Survival' Principle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Autonomous agents fail most frequently from silent deadlocks rather than loud crashes. When an agent crashes loudly, exception handlers respond; when it enters a silent sleep or passive wait, hours are lost. Watchdog timers and scheduled interrupts are mandatory.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Law 2: The Multiplier Effect of Cascading Agents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Deep multi-agent trees (e.g. 4 sequential agents) establish an irreducible latency floor (~6+ minutes per task). In time-bounded evaluations, streamlined dual-agent or single-agent architectures with surgical tool definitions consistently outperform deep hierarchies.</a:t>
            </a:r>
          </a:p>
          <a:p>
            <a:pPr>
              <a:spcBef>
                <a:spcPts val="1200"/>
              </a:spcBef>
              <a:defRPr sz="1300" b="1">
                <a:solidFill>
                  <a:srgbClr val="10B981"/>
                </a:solidFill>
              </a:defRPr>
            </a:pPr>
            <a:r>
              <a:t>Law 3: Physical Invariance Over Pure Statistics</a:t>
            </a:r>
          </a:p>
          <a:p>
            <a:pPr>
              <a:spcBef>
                <a:spcPts val="400"/>
              </a:spcBef>
              <a:defRPr sz="1100">
                <a:solidFill>
                  <a:srgbClr val="F8FAFC"/>
                </a:solidFill>
              </a:defRPr>
            </a:pPr>
            <a:r>
              <a:t>Statistical regression in multi-step rollouts will inevitably drift into non-physical space unless hard domain boundaries (clipping, conservation laws, monotonic constraints) are rigidly enforced at every discrete iteration step.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</a:defRPr>
            </a:pPr>
            <a:r>
              <a:t>SUMMARY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Conclusion: The Blueprint for Autonomous Software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Autobot: Autonomous Engineering Over Extended Horizons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Proven Feasibility: Autonomous AI systems can manage multi-hour, multi-domain engineering tasks reliably when structured with dual-loop reactive orchestration.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Self-Healing Is Essential: Automatic failure autopsies and immediate redeployment loops transform fatal runtime crashes into routine, self-correcting iterations.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Unprecedented Economics: Running complex campaigns at &lt;$10/day democratizes grandmaster-level engineering and scientific discovery.</a:t>
            </a:r>
          </a:p>
          <a:p>
            <a:pPr>
              <a:spcBef>
                <a:spcPts val="1200"/>
              </a:spcBef>
              <a:defRPr sz="1250">
                <a:solidFill>
                  <a:srgbClr val="F8FAFC"/>
                </a:solidFill>
              </a:defRPr>
            </a:pPr>
            <a:r>
              <a:t>• Next Horizon: Expanding from single-machine dual loops to distributed autonomous swarms with multi-agent consensus and automated peer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